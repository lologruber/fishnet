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D0A2A5-BA72-4945-8065-C409F69BCC6C}" v="11" dt="2023-01-06T14:32:22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0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4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 Gruber" userId="dad3dd44dc04f9e5" providerId="LiveId" clId="{36D0A2A5-BA72-4945-8065-C409F69BCC6C}"/>
    <pc:docChg chg="undo custSel addSld modSld">
      <pc:chgData name="Lorenz Gruber" userId="dad3dd44dc04f9e5" providerId="LiveId" clId="{36D0A2A5-BA72-4945-8065-C409F69BCC6C}" dt="2023-01-06T14:49:58.316" v="292" actId="20577"/>
      <pc:docMkLst>
        <pc:docMk/>
      </pc:docMkLst>
      <pc:sldChg chg="addSp delSp modSp mod">
        <pc:chgData name="Lorenz Gruber" userId="dad3dd44dc04f9e5" providerId="LiveId" clId="{36D0A2A5-BA72-4945-8065-C409F69BCC6C}" dt="2023-01-06T14:49:58.316" v="292" actId="20577"/>
        <pc:sldMkLst>
          <pc:docMk/>
          <pc:sldMk cId="273749550" sldId="256"/>
        </pc:sldMkLst>
        <pc:spChg chg="add mod">
          <ac:chgData name="Lorenz Gruber" userId="dad3dd44dc04f9e5" providerId="LiveId" clId="{36D0A2A5-BA72-4945-8065-C409F69BCC6C}" dt="2023-01-06T13:54:09.631" v="2" actId="1076"/>
          <ac:spMkLst>
            <pc:docMk/>
            <pc:sldMk cId="273749550" sldId="256"/>
            <ac:spMk id="2" creationId="{500E9DA7-48DC-710B-C8ED-B14A307209AB}"/>
          </ac:spMkLst>
        </pc:spChg>
        <pc:spChg chg="add mod">
          <ac:chgData name="Lorenz Gruber" userId="dad3dd44dc04f9e5" providerId="LiveId" clId="{36D0A2A5-BA72-4945-8065-C409F69BCC6C}" dt="2023-01-06T13:54:12.391" v="4" actId="1076"/>
          <ac:spMkLst>
            <pc:docMk/>
            <pc:sldMk cId="273749550" sldId="256"/>
            <ac:spMk id="3" creationId="{59BBA5E7-164A-FC74-511A-1EB253A8CE21}"/>
          </ac:spMkLst>
        </pc:spChg>
        <pc:spChg chg="add mod">
          <ac:chgData name="Lorenz Gruber" userId="dad3dd44dc04f9e5" providerId="LiveId" clId="{36D0A2A5-BA72-4945-8065-C409F69BCC6C}" dt="2023-01-06T13:54:15.516" v="6" actId="1076"/>
          <ac:spMkLst>
            <pc:docMk/>
            <pc:sldMk cId="273749550" sldId="256"/>
            <ac:spMk id="4" creationId="{1E7894CF-AF2D-1B21-AE2E-C8B634764A87}"/>
          </ac:spMkLst>
        </pc:spChg>
        <pc:spChg chg="add mod">
          <ac:chgData name="Lorenz Gruber" userId="dad3dd44dc04f9e5" providerId="LiveId" clId="{36D0A2A5-BA72-4945-8065-C409F69BCC6C}" dt="2023-01-06T13:55:04.572" v="30" actId="1076"/>
          <ac:spMkLst>
            <pc:docMk/>
            <pc:sldMk cId="273749550" sldId="256"/>
            <ac:spMk id="9" creationId="{284E00C6-EE07-3920-96A7-406E50EEAD7E}"/>
          </ac:spMkLst>
        </pc:spChg>
        <pc:spChg chg="add del">
          <ac:chgData name="Lorenz Gruber" userId="dad3dd44dc04f9e5" providerId="LiveId" clId="{36D0A2A5-BA72-4945-8065-C409F69BCC6C}" dt="2023-01-06T14:29:49.880" v="184" actId="22"/>
          <ac:spMkLst>
            <pc:docMk/>
            <pc:sldMk cId="273749550" sldId="256"/>
            <ac:spMk id="11" creationId="{19B74B3D-67EB-5196-08CD-8EDEBF7CD7E8}"/>
          </ac:spMkLst>
        </pc:spChg>
        <pc:spChg chg="add mod">
          <ac:chgData name="Lorenz Gruber" userId="dad3dd44dc04f9e5" providerId="LiveId" clId="{36D0A2A5-BA72-4945-8065-C409F69BCC6C}" dt="2023-01-06T13:55:37.842" v="59" actId="20577"/>
          <ac:spMkLst>
            <pc:docMk/>
            <pc:sldMk cId="273749550" sldId="256"/>
            <ac:spMk id="28" creationId="{42758210-3BB8-BC62-83F4-B1477D3C1746}"/>
          </ac:spMkLst>
        </pc:spChg>
        <pc:spChg chg="mod">
          <ac:chgData name="Lorenz Gruber" userId="dad3dd44dc04f9e5" providerId="LiveId" clId="{36D0A2A5-BA72-4945-8065-C409F69BCC6C}" dt="2023-01-06T14:49:58.316" v="292" actId="20577"/>
          <ac:spMkLst>
            <pc:docMk/>
            <pc:sldMk cId="273749550" sldId="256"/>
            <ac:spMk id="30" creationId="{073D3CC8-E6E8-CC3F-E616-9BD7584C05C5}"/>
          </ac:spMkLst>
        </pc:spChg>
        <pc:spChg chg="add mod">
          <ac:chgData name="Lorenz Gruber" userId="dad3dd44dc04f9e5" providerId="LiveId" clId="{36D0A2A5-BA72-4945-8065-C409F69BCC6C}" dt="2023-01-06T13:55:28.916" v="37" actId="1076"/>
          <ac:spMkLst>
            <pc:docMk/>
            <pc:sldMk cId="273749550" sldId="256"/>
            <ac:spMk id="31" creationId="{7CBDAE5C-56AA-18CA-26BE-933A40200BB3}"/>
          </ac:spMkLst>
        </pc:spChg>
        <pc:spChg chg="mod">
          <ac:chgData name="Lorenz Gruber" userId="dad3dd44dc04f9e5" providerId="LiveId" clId="{36D0A2A5-BA72-4945-8065-C409F69BCC6C}" dt="2023-01-06T13:58:06.470" v="141" actId="20577"/>
          <ac:spMkLst>
            <pc:docMk/>
            <pc:sldMk cId="273749550" sldId="256"/>
            <ac:spMk id="32" creationId="{2314FB78-4510-2FEE-EC96-C5D86508DCC1}"/>
          </ac:spMkLst>
        </pc:spChg>
        <pc:spChg chg="add mod">
          <ac:chgData name="Lorenz Gruber" userId="dad3dd44dc04f9e5" providerId="LiveId" clId="{36D0A2A5-BA72-4945-8065-C409F69BCC6C}" dt="2023-01-06T13:56:36.153" v="84" actId="1076"/>
          <ac:spMkLst>
            <pc:docMk/>
            <pc:sldMk cId="273749550" sldId="256"/>
            <ac:spMk id="37" creationId="{E006EC5C-2EAC-EC4E-0EA4-FB1219CCDEB6}"/>
          </ac:spMkLst>
        </pc:spChg>
        <pc:spChg chg="add del">
          <ac:chgData name="Lorenz Gruber" userId="dad3dd44dc04f9e5" providerId="LiveId" clId="{36D0A2A5-BA72-4945-8065-C409F69BCC6C}" dt="2023-01-06T13:58:53.901" v="151" actId="478"/>
          <ac:spMkLst>
            <pc:docMk/>
            <pc:sldMk cId="273749550" sldId="256"/>
            <ac:spMk id="44" creationId="{759DE6A0-18F8-A076-4847-C4074E246EE3}"/>
          </ac:spMkLst>
        </pc:spChg>
        <pc:spChg chg="add mod">
          <ac:chgData name="Lorenz Gruber" userId="dad3dd44dc04f9e5" providerId="LiveId" clId="{36D0A2A5-BA72-4945-8065-C409F69BCC6C}" dt="2023-01-06T13:59:21.116" v="182" actId="2085"/>
          <ac:spMkLst>
            <pc:docMk/>
            <pc:sldMk cId="273749550" sldId="256"/>
            <ac:spMk id="45" creationId="{E2EB95CF-CF3E-FA83-E523-217851B6EE76}"/>
          </ac:spMkLst>
        </pc:spChg>
        <pc:cxnChg chg="mod">
          <ac:chgData name="Lorenz Gruber" userId="dad3dd44dc04f9e5" providerId="LiveId" clId="{36D0A2A5-BA72-4945-8065-C409F69BCC6C}" dt="2023-01-06T13:56:47.685" v="88" actId="1038"/>
          <ac:cxnSpMkLst>
            <pc:docMk/>
            <pc:sldMk cId="273749550" sldId="256"/>
            <ac:cxnSpMk id="5" creationId="{CF69B29A-8BBC-57FB-2F6F-D0E2A3B93131}"/>
          </ac:cxnSpMkLst>
        </pc:cxnChg>
        <pc:cxnChg chg="mod">
          <ac:chgData name="Lorenz Gruber" userId="dad3dd44dc04f9e5" providerId="LiveId" clId="{36D0A2A5-BA72-4945-8065-C409F69BCC6C}" dt="2023-01-06T13:56:53.991" v="89" actId="1037"/>
          <ac:cxnSpMkLst>
            <pc:docMk/>
            <pc:sldMk cId="273749550" sldId="256"/>
            <ac:cxnSpMk id="7" creationId="{0A6F0EF4-171A-ED01-EDA5-66D9333DA3A2}"/>
          </ac:cxnSpMkLst>
        </pc:cxnChg>
        <pc:cxnChg chg="add mod">
          <ac:chgData name="Lorenz Gruber" userId="dad3dd44dc04f9e5" providerId="LiveId" clId="{36D0A2A5-BA72-4945-8065-C409F69BCC6C}" dt="2023-01-06T13:55:04.572" v="30" actId="1076"/>
          <ac:cxnSpMkLst>
            <pc:docMk/>
            <pc:sldMk cId="273749550" sldId="256"/>
            <ac:cxnSpMk id="8" creationId="{C05B4DDE-B5D6-421E-D28F-A7384120281F}"/>
          </ac:cxnSpMkLst>
        </pc:cxnChg>
        <pc:cxnChg chg="mod">
          <ac:chgData name="Lorenz Gruber" userId="dad3dd44dc04f9e5" providerId="LiveId" clId="{36D0A2A5-BA72-4945-8065-C409F69BCC6C}" dt="2023-01-06T14:49:56.222" v="291" actId="14100"/>
          <ac:cxnSpMkLst>
            <pc:docMk/>
            <pc:sldMk cId="273749550" sldId="256"/>
            <ac:cxnSpMk id="29" creationId="{0898AFBD-CEC2-0CD3-E1F3-7D6442B09352}"/>
          </ac:cxnSpMkLst>
        </pc:cxnChg>
        <pc:cxnChg chg="add del mod">
          <ac:chgData name="Lorenz Gruber" userId="dad3dd44dc04f9e5" providerId="LiveId" clId="{36D0A2A5-BA72-4945-8065-C409F69BCC6C}" dt="2023-01-06T13:56:06.931" v="78" actId="478"/>
          <ac:cxnSpMkLst>
            <pc:docMk/>
            <pc:sldMk cId="273749550" sldId="256"/>
            <ac:cxnSpMk id="36" creationId="{10086E9B-7E80-60CE-C8A9-415EC6D7CCAF}"/>
          </ac:cxnSpMkLst>
        </pc:cxnChg>
        <pc:cxnChg chg="add mod">
          <ac:chgData name="Lorenz Gruber" userId="dad3dd44dc04f9e5" providerId="LiveId" clId="{36D0A2A5-BA72-4945-8065-C409F69BCC6C}" dt="2023-01-06T13:58:44.144" v="149" actId="693"/>
          <ac:cxnSpMkLst>
            <pc:docMk/>
            <pc:sldMk cId="273749550" sldId="256"/>
            <ac:cxnSpMk id="41" creationId="{722E5196-29E5-8639-4F26-967A90412FBF}"/>
          </ac:cxnSpMkLst>
        </pc:cxnChg>
      </pc:sldChg>
      <pc:sldChg chg="addSp delSp modSp add mod">
        <pc:chgData name="Lorenz Gruber" userId="dad3dd44dc04f9e5" providerId="LiveId" clId="{36D0A2A5-BA72-4945-8065-C409F69BCC6C}" dt="2023-01-06T14:32:45.853" v="285" actId="14100"/>
        <pc:sldMkLst>
          <pc:docMk/>
          <pc:sldMk cId="1986031287" sldId="257"/>
        </pc:sldMkLst>
        <pc:spChg chg="del">
          <ac:chgData name="Lorenz Gruber" userId="dad3dd44dc04f9e5" providerId="LiveId" clId="{36D0A2A5-BA72-4945-8065-C409F69BCC6C}" dt="2023-01-06T14:30:03.256" v="191" actId="478"/>
          <ac:spMkLst>
            <pc:docMk/>
            <pc:sldMk cId="1986031287" sldId="257"/>
            <ac:spMk id="2" creationId="{500E9DA7-48DC-710B-C8ED-B14A307209AB}"/>
          </ac:spMkLst>
        </pc:spChg>
        <pc:spChg chg="del">
          <ac:chgData name="Lorenz Gruber" userId="dad3dd44dc04f9e5" providerId="LiveId" clId="{36D0A2A5-BA72-4945-8065-C409F69BCC6C}" dt="2023-01-06T14:30:03.256" v="191" actId="478"/>
          <ac:spMkLst>
            <pc:docMk/>
            <pc:sldMk cId="1986031287" sldId="257"/>
            <ac:spMk id="3" creationId="{59BBA5E7-164A-FC74-511A-1EB253A8CE21}"/>
          </ac:spMkLst>
        </pc:spChg>
        <pc:spChg chg="del">
          <ac:chgData name="Lorenz Gruber" userId="dad3dd44dc04f9e5" providerId="LiveId" clId="{36D0A2A5-BA72-4945-8065-C409F69BCC6C}" dt="2023-01-06T14:30:03.256" v="191" actId="478"/>
          <ac:spMkLst>
            <pc:docMk/>
            <pc:sldMk cId="1986031287" sldId="257"/>
            <ac:spMk id="4" creationId="{1E7894CF-AF2D-1B21-AE2E-C8B634764A87}"/>
          </ac:spMkLst>
        </pc:spChg>
        <pc:spChg chg="del">
          <ac:chgData name="Lorenz Gruber" userId="dad3dd44dc04f9e5" providerId="LiveId" clId="{36D0A2A5-BA72-4945-8065-C409F69BCC6C}" dt="2023-01-06T14:30:03.256" v="191" actId="478"/>
          <ac:spMkLst>
            <pc:docMk/>
            <pc:sldMk cId="1986031287" sldId="257"/>
            <ac:spMk id="9" creationId="{284E00C6-EE07-3920-96A7-406E50EEAD7E}"/>
          </ac:spMkLst>
        </pc:spChg>
        <pc:spChg chg="add mod">
          <ac:chgData name="Lorenz Gruber" userId="dad3dd44dc04f9e5" providerId="LiveId" clId="{36D0A2A5-BA72-4945-8065-C409F69BCC6C}" dt="2023-01-06T14:31:27.382" v="237" actId="14100"/>
          <ac:spMkLst>
            <pc:docMk/>
            <pc:sldMk cId="1986031287" sldId="257"/>
            <ac:spMk id="10" creationId="{5D7B1BC1-D807-41D9-0DF7-163B312A07C4}"/>
          </ac:spMkLst>
        </pc:spChg>
        <pc:spChg chg="add mod">
          <ac:chgData name="Lorenz Gruber" userId="dad3dd44dc04f9e5" providerId="LiveId" clId="{36D0A2A5-BA72-4945-8065-C409F69BCC6C}" dt="2023-01-06T14:31:32.310" v="240" actId="14100"/>
          <ac:spMkLst>
            <pc:docMk/>
            <pc:sldMk cId="1986031287" sldId="257"/>
            <ac:spMk id="11" creationId="{B94DD46C-5242-EF66-53E0-87A86787A205}"/>
          </ac:spMkLst>
        </pc:spChg>
        <pc:spChg chg="add mod">
          <ac:chgData name="Lorenz Gruber" userId="dad3dd44dc04f9e5" providerId="LiveId" clId="{36D0A2A5-BA72-4945-8065-C409F69BCC6C}" dt="2023-01-06T14:32:21.240" v="270" actId="1076"/>
          <ac:spMkLst>
            <pc:docMk/>
            <pc:sldMk cId="1986031287" sldId="257"/>
            <ac:spMk id="13" creationId="{061BF5A8-9971-0BB7-E78F-E142B8D4B313}"/>
          </ac:spMkLst>
        </pc:spChg>
        <pc:spChg chg="mod">
          <ac:chgData name="Lorenz Gruber" userId="dad3dd44dc04f9e5" providerId="LiveId" clId="{36D0A2A5-BA72-4945-8065-C409F69BCC6C}" dt="2023-01-06T14:31:13.539" v="233" actId="13822"/>
          <ac:spMkLst>
            <pc:docMk/>
            <pc:sldMk cId="1986031287" sldId="257"/>
            <ac:spMk id="14" creationId="{C9303C41-1B4A-E71D-9E76-40C887CE2ED3}"/>
          </ac:spMkLst>
        </pc:spChg>
        <pc:spChg chg="mod">
          <ac:chgData name="Lorenz Gruber" userId="dad3dd44dc04f9e5" providerId="LiveId" clId="{36D0A2A5-BA72-4945-8065-C409F69BCC6C}" dt="2023-01-06T14:31:15.377" v="234" actId="13822"/>
          <ac:spMkLst>
            <pc:docMk/>
            <pc:sldMk cId="1986031287" sldId="257"/>
            <ac:spMk id="15" creationId="{E07308AA-452E-58D9-21B2-BE14061A67EF}"/>
          </ac:spMkLst>
        </pc:spChg>
        <pc:spChg chg="add mod">
          <ac:chgData name="Lorenz Gruber" userId="dad3dd44dc04f9e5" providerId="LiveId" clId="{36D0A2A5-BA72-4945-8065-C409F69BCC6C}" dt="2023-01-06T14:32:40.652" v="281" actId="1076"/>
          <ac:spMkLst>
            <pc:docMk/>
            <pc:sldMk cId="1986031287" sldId="257"/>
            <ac:spMk id="16" creationId="{DF341D6C-F6A5-2C24-787F-E60D2DB2BDCA}"/>
          </ac:spMkLst>
        </pc:spChg>
        <pc:spChg chg="del">
          <ac:chgData name="Lorenz Gruber" userId="dad3dd44dc04f9e5" providerId="LiveId" clId="{36D0A2A5-BA72-4945-8065-C409F69BCC6C}" dt="2023-01-06T14:30:15.957" v="198" actId="478"/>
          <ac:spMkLst>
            <pc:docMk/>
            <pc:sldMk cId="1986031287" sldId="257"/>
            <ac:spMk id="17" creationId="{703F773F-D83E-9948-88DD-A730E04E7D7D}"/>
          </ac:spMkLst>
        </pc:spChg>
        <pc:spChg chg="del">
          <ac:chgData name="Lorenz Gruber" userId="dad3dd44dc04f9e5" providerId="LiveId" clId="{36D0A2A5-BA72-4945-8065-C409F69BCC6C}" dt="2023-01-06T14:30:16.841" v="199" actId="478"/>
          <ac:spMkLst>
            <pc:docMk/>
            <pc:sldMk cId="1986031287" sldId="257"/>
            <ac:spMk id="18" creationId="{511B4BB9-8EE9-5D03-87ED-16417074259C}"/>
          </ac:spMkLst>
        </pc:spChg>
        <pc:spChg chg="mod">
          <ac:chgData name="Lorenz Gruber" userId="dad3dd44dc04f9e5" providerId="LiveId" clId="{36D0A2A5-BA72-4945-8065-C409F69BCC6C}" dt="2023-01-06T14:30:28.226" v="201" actId="1076"/>
          <ac:spMkLst>
            <pc:docMk/>
            <pc:sldMk cId="1986031287" sldId="257"/>
            <ac:spMk id="19" creationId="{60AA93EB-DCA9-971B-02B7-792FB55E4663}"/>
          </ac:spMkLst>
        </pc:spChg>
        <pc:spChg chg="mod">
          <ac:chgData name="Lorenz Gruber" userId="dad3dd44dc04f9e5" providerId="LiveId" clId="{36D0A2A5-BA72-4945-8065-C409F69BCC6C}" dt="2023-01-06T14:30:28.226" v="201" actId="1076"/>
          <ac:spMkLst>
            <pc:docMk/>
            <pc:sldMk cId="1986031287" sldId="257"/>
            <ac:spMk id="20" creationId="{786C3308-4340-3666-95C6-FDB650E81C95}"/>
          </ac:spMkLst>
        </pc:spChg>
        <pc:spChg chg="mod">
          <ac:chgData name="Lorenz Gruber" userId="dad3dd44dc04f9e5" providerId="LiveId" clId="{36D0A2A5-BA72-4945-8065-C409F69BCC6C}" dt="2023-01-06T14:30:28.226" v="201" actId="1076"/>
          <ac:spMkLst>
            <pc:docMk/>
            <pc:sldMk cId="1986031287" sldId="257"/>
            <ac:spMk id="21" creationId="{AA780FB2-3E9F-FE06-3907-95DD666F8C6F}"/>
          </ac:spMkLst>
        </pc:spChg>
        <pc:spChg chg="mod">
          <ac:chgData name="Lorenz Gruber" userId="dad3dd44dc04f9e5" providerId="LiveId" clId="{36D0A2A5-BA72-4945-8065-C409F69BCC6C}" dt="2023-01-06T14:30:28.226" v="201" actId="1076"/>
          <ac:spMkLst>
            <pc:docMk/>
            <pc:sldMk cId="1986031287" sldId="257"/>
            <ac:spMk id="22" creationId="{26316B8B-A7DD-86F5-779C-05ADE114B4B8}"/>
          </ac:spMkLst>
        </pc:spChg>
        <pc:spChg chg="del">
          <ac:chgData name="Lorenz Gruber" userId="dad3dd44dc04f9e5" providerId="LiveId" clId="{36D0A2A5-BA72-4945-8065-C409F69BCC6C}" dt="2023-01-06T14:30:07.504" v="194" actId="478"/>
          <ac:spMkLst>
            <pc:docMk/>
            <pc:sldMk cId="1986031287" sldId="257"/>
            <ac:spMk id="24" creationId="{2A4E07FD-DA99-81E0-A6C6-C440CE888147}"/>
          </ac:spMkLst>
        </pc:spChg>
        <pc:spChg chg="del">
          <ac:chgData name="Lorenz Gruber" userId="dad3dd44dc04f9e5" providerId="LiveId" clId="{36D0A2A5-BA72-4945-8065-C409F69BCC6C}" dt="2023-01-06T14:30:08.088" v="195" actId="478"/>
          <ac:spMkLst>
            <pc:docMk/>
            <pc:sldMk cId="1986031287" sldId="257"/>
            <ac:spMk id="27" creationId="{045EAEB7-E507-C83E-2977-5F3625EACE4C}"/>
          </ac:spMkLst>
        </pc:spChg>
        <pc:spChg chg="del mod">
          <ac:chgData name="Lorenz Gruber" userId="dad3dd44dc04f9e5" providerId="LiveId" clId="{36D0A2A5-BA72-4945-8065-C409F69BCC6C}" dt="2023-01-06T14:29:58.876" v="187" actId="478"/>
          <ac:spMkLst>
            <pc:docMk/>
            <pc:sldMk cId="1986031287" sldId="257"/>
            <ac:spMk id="28" creationId="{42758210-3BB8-BC62-83F4-B1477D3C1746}"/>
          </ac:spMkLst>
        </pc:spChg>
        <pc:spChg chg="del">
          <ac:chgData name="Lorenz Gruber" userId="dad3dd44dc04f9e5" providerId="LiveId" clId="{36D0A2A5-BA72-4945-8065-C409F69BCC6C}" dt="2023-01-06T14:30:13.835" v="197" actId="478"/>
          <ac:spMkLst>
            <pc:docMk/>
            <pc:sldMk cId="1986031287" sldId="257"/>
            <ac:spMk id="30" creationId="{073D3CC8-E6E8-CC3F-E616-9BD7584C05C5}"/>
          </ac:spMkLst>
        </pc:spChg>
        <pc:spChg chg="del">
          <ac:chgData name="Lorenz Gruber" userId="dad3dd44dc04f9e5" providerId="LiveId" clId="{36D0A2A5-BA72-4945-8065-C409F69BCC6C}" dt="2023-01-06T14:29:59.534" v="188" actId="478"/>
          <ac:spMkLst>
            <pc:docMk/>
            <pc:sldMk cId="1986031287" sldId="257"/>
            <ac:spMk id="31" creationId="{7CBDAE5C-56AA-18CA-26BE-933A40200BB3}"/>
          </ac:spMkLst>
        </pc:spChg>
        <pc:spChg chg="del mod">
          <ac:chgData name="Lorenz Gruber" userId="dad3dd44dc04f9e5" providerId="LiveId" clId="{36D0A2A5-BA72-4945-8065-C409F69BCC6C}" dt="2023-01-06T14:30:00.812" v="190" actId="478"/>
          <ac:spMkLst>
            <pc:docMk/>
            <pc:sldMk cId="1986031287" sldId="257"/>
            <ac:spMk id="32" creationId="{2314FB78-4510-2FEE-EC96-C5D86508DCC1}"/>
          </ac:spMkLst>
        </pc:spChg>
        <pc:spChg chg="del">
          <ac:chgData name="Lorenz Gruber" userId="dad3dd44dc04f9e5" providerId="LiveId" clId="{36D0A2A5-BA72-4945-8065-C409F69BCC6C}" dt="2023-01-06T14:30:03.256" v="191" actId="478"/>
          <ac:spMkLst>
            <pc:docMk/>
            <pc:sldMk cId="1986031287" sldId="257"/>
            <ac:spMk id="33" creationId="{78D59278-D367-773A-47C8-66BD8D90A93F}"/>
          </ac:spMkLst>
        </pc:spChg>
        <pc:spChg chg="del">
          <ac:chgData name="Lorenz Gruber" userId="dad3dd44dc04f9e5" providerId="LiveId" clId="{36D0A2A5-BA72-4945-8065-C409F69BCC6C}" dt="2023-01-06T14:30:03.256" v="191" actId="478"/>
          <ac:spMkLst>
            <pc:docMk/>
            <pc:sldMk cId="1986031287" sldId="257"/>
            <ac:spMk id="34" creationId="{EA514775-DC84-C9BC-768A-FB10F9039D2B}"/>
          </ac:spMkLst>
        </pc:spChg>
        <pc:spChg chg="del">
          <ac:chgData name="Lorenz Gruber" userId="dad3dd44dc04f9e5" providerId="LiveId" clId="{36D0A2A5-BA72-4945-8065-C409F69BCC6C}" dt="2023-01-06T14:30:03.256" v="191" actId="478"/>
          <ac:spMkLst>
            <pc:docMk/>
            <pc:sldMk cId="1986031287" sldId="257"/>
            <ac:spMk id="35" creationId="{7E321471-FC50-C7CC-A60E-C383F1815DAD}"/>
          </ac:spMkLst>
        </pc:spChg>
        <pc:spChg chg="mod">
          <ac:chgData name="Lorenz Gruber" userId="dad3dd44dc04f9e5" providerId="LiveId" clId="{36D0A2A5-BA72-4945-8065-C409F69BCC6C}" dt="2023-01-06T14:32:45.853" v="285" actId="14100"/>
          <ac:spMkLst>
            <pc:docMk/>
            <pc:sldMk cId="1986031287" sldId="257"/>
            <ac:spMk id="37" creationId="{E006EC5C-2EAC-EC4E-0EA4-FB1219CCDEB6}"/>
          </ac:spMkLst>
        </pc:spChg>
        <pc:spChg chg="del">
          <ac:chgData name="Lorenz Gruber" userId="dad3dd44dc04f9e5" providerId="LiveId" clId="{36D0A2A5-BA72-4945-8065-C409F69BCC6C}" dt="2023-01-06T14:30:05.032" v="192" actId="478"/>
          <ac:spMkLst>
            <pc:docMk/>
            <pc:sldMk cId="1986031287" sldId="257"/>
            <ac:spMk id="45" creationId="{E2EB95CF-CF3E-FA83-E523-217851B6EE76}"/>
          </ac:spMkLst>
        </pc:spChg>
        <pc:grpChg chg="mod">
          <ac:chgData name="Lorenz Gruber" userId="dad3dd44dc04f9e5" providerId="LiveId" clId="{36D0A2A5-BA72-4945-8065-C409F69BCC6C}" dt="2023-01-06T14:30:28.226" v="201" actId="1076"/>
          <ac:grpSpMkLst>
            <pc:docMk/>
            <pc:sldMk cId="1986031287" sldId="257"/>
            <ac:grpSpMk id="12" creationId="{BC677000-1DD4-B4C6-BA7B-4A3C2804D6E5}"/>
          </ac:grpSpMkLst>
        </pc:grpChg>
        <pc:cxnChg chg="del mod">
          <ac:chgData name="Lorenz Gruber" userId="dad3dd44dc04f9e5" providerId="LiveId" clId="{36D0A2A5-BA72-4945-8065-C409F69BCC6C}" dt="2023-01-06T14:30:03.256" v="191" actId="478"/>
          <ac:cxnSpMkLst>
            <pc:docMk/>
            <pc:sldMk cId="1986031287" sldId="257"/>
            <ac:cxnSpMk id="8" creationId="{C05B4DDE-B5D6-421E-D28F-A7384120281F}"/>
          </ac:cxnSpMkLst>
        </pc:cxnChg>
        <pc:cxnChg chg="del mod">
          <ac:chgData name="Lorenz Gruber" userId="dad3dd44dc04f9e5" providerId="LiveId" clId="{36D0A2A5-BA72-4945-8065-C409F69BCC6C}" dt="2023-01-06T14:30:29.372" v="202" actId="478"/>
          <ac:cxnSpMkLst>
            <pc:docMk/>
            <pc:sldMk cId="1986031287" sldId="257"/>
            <ac:cxnSpMk id="29" creationId="{0898AFBD-CEC2-0CD3-E1F3-7D6442B09352}"/>
          </ac:cxnSpMkLst>
        </pc:cxnChg>
        <pc:cxnChg chg="del mod">
          <ac:chgData name="Lorenz Gruber" userId="dad3dd44dc04f9e5" providerId="LiveId" clId="{36D0A2A5-BA72-4945-8065-C409F69BCC6C}" dt="2023-01-06T14:30:06.246" v="193" actId="478"/>
          <ac:cxnSpMkLst>
            <pc:docMk/>
            <pc:sldMk cId="1986031287" sldId="257"/>
            <ac:cxnSpMk id="41" creationId="{722E5196-29E5-8639-4F26-967A90412FB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E73DC-624F-57D1-E3D5-84A3AE111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451BEB-E17C-1DBE-EEF3-4400407C0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E6B45C-FFFC-A156-E4F1-7E2349CB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51C9AB-CF96-F341-FA0B-E3D5E408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C21453-F31B-4365-F795-161E76A7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5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809EBA-4AEB-2E14-790D-5D3F18BD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788E68-FDED-4272-AF25-0AB93DB11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F17920-C33E-BD07-9199-53C9AF3D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AC1393-39B7-7B96-5C0C-1DCCC858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653E60-4AC9-ABB7-EFE6-903F8519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9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3C83AE-DDEA-8CB4-63A9-F1BE476E4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052DDB-7D38-E32B-247D-AA2D552A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59E0D6-E7C3-E350-22C0-82179895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5309B8-676D-3FC5-7DBA-5EC08446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A462BC-F848-6D16-FB8C-BF6F59F1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99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135A0A-7200-FA1B-8248-7DCD202C1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0ADD7D-1262-0431-638B-6DD21476C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5E48D5A-0748-1C8B-3B70-6709441C6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A25033-80E3-AEF3-FD6D-35E2CB4B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74838D-EC83-38FA-3EED-C8EFED1F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A2037B-4BFD-9F69-7166-822275CF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26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5A454-E4C0-4EC9-EE60-BDF42C798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105B05-EB16-F6A5-A7FB-B23A68C7F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10FBB7-F7B4-0A5C-8238-89028412B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F5DD2C-6A7D-78E7-E97F-881042E70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5307C4-D603-DDA2-F2F5-82D021FE7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94A5C7-F61E-5E26-1770-A5F2AC5B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2EDBB2D-0832-1B18-81A7-89279300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98E1D3D-85FF-380A-134A-09A9BC30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5EE8C9-28F9-25A4-E7D6-83D53AA3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65F206-2522-3B58-42A3-7D98A53F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9DDDC6-281D-0D73-3ECA-D65EE3AE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C6BC1A-05F5-7ADB-B179-7B4B94C9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5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0190B0-258B-3B0B-C53C-D296D17A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CE86AE-4570-C069-5560-F4C91AC3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B9403B-B8E1-7CF5-3C69-EC46F96E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528F4-9E7A-8F84-85F0-8E182BC3E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837136-9317-C920-80D2-D0DE25E41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185F96-1126-9869-A819-89BFE8FC7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EA2C8E-43EC-5E7F-DA83-E7138F26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D70731-966D-9004-886D-01C11F44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F36AA8-077C-4563-2FE0-B05870AE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A047A6-C892-6E51-518D-9101E004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88380B0-E201-9097-0549-3BFF32C7A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33DAA3-CE75-9FEF-B3FC-8CE827DD5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2CCA3E-4BEE-2C8B-B72F-861CDD47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A2EF31-4CAF-5B47-36C5-D6545E6A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70725D-A9E7-8538-793F-7A198426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42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72615-8F60-9E4B-7929-DAE4E22C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B97A34-F060-1264-B086-7EF142B73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432632-3439-A9C8-1822-C40664B1C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A9DF53-B595-7D6B-EADF-3D4D5968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1FB470-6F59-B950-F372-0489AE6D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7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B35FAF-A7C3-8D1A-C594-3E2950DE2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453C93-8ECE-4118-9C9A-876C94537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81CA48-3713-95D7-4D93-1A3F84DD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4015D5-378D-2DA6-B3C3-8176159E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E0E6AD-2A01-E499-0C34-AB44EAE8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0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B95264B-1427-8EAF-945F-6094D71C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8E7778-F4E1-A94F-524D-422C54894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C58738-BDD4-9244-AAC9-1EB423FB9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CB78D-1875-4EF1-9D96-BBC72380DC46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A57A8E-AC59-9FDB-B42C-5461A4107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01156F-7D40-F410-54E4-A1ECFD857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CC00-A101-4129-8B30-93A626597E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8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C677000-1DD4-B4C6-BA7B-4A3C2804D6E5}"/>
              </a:ext>
            </a:extLst>
          </p:cNvPr>
          <p:cNvGrpSpPr/>
          <p:nvPr/>
        </p:nvGrpSpPr>
        <p:grpSpPr>
          <a:xfrm>
            <a:off x="5905304" y="2043057"/>
            <a:ext cx="3272107" cy="1006409"/>
            <a:chOff x="2800154" y="2036707"/>
            <a:chExt cx="3272107" cy="1006409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CF69B29A-8BBC-57FB-2F6F-D0E2A3B93131}"/>
                </a:ext>
              </a:extLst>
            </p:cNvPr>
            <p:cNvCxnSpPr>
              <a:cxnSpLocks/>
            </p:cNvCxnSpPr>
            <p:nvPr/>
          </p:nvCxnSpPr>
          <p:spPr>
            <a:xfrm>
              <a:off x="2800154" y="2036707"/>
              <a:ext cx="326043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65C2092F-48DA-77EB-7743-C8EAB42537B0}"/>
                </a:ext>
              </a:extLst>
            </p:cNvPr>
            <p:cNvCxnSpPr/>
            <p:nvPr/>
          </p:nvCxnSpPr>
          <p:spPr>
            <a:xfrm>
              <a:off x="2811824" y="3043116"/>
              <a:ext cx="326043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0A6F0EF4-171A-ED01-EDA5-66D9333DA3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859" y="2036707"/>
              <a:ext cx="0" cy="10064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Ellipse 13">
            <a:extLst>
              <a:ext uri="{FF2B5EF4-FFF2-40B4-BE49-F238E27FC236}">
                <a16:creationId xmlns:a16="http://schemas.microsoft.com/office/drawing/2014/main" id="{C9303C41-1B4A-E71D-9E76-40C887CE2ED3}"/>
              </a:ext>
            </a:extLst>
          </p:cNvPr>
          <p:cNvSpPr/>
          <p:nvPr/>
        </p:nvSpPr>
        <p:spPr>
          <a:xfrm>
            <a:off x="3032153" y="603056"/>
            <a:ext cx="1440000" cy="144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BFS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07308AA-452E-58D9-21B2-BE14061A67EF}"/>
              </a:ext>
            </a:extLst>
          </p:cNvPr>
          <p:cNvSpPr/>
          <p:nvPr/>
        </p:nvSpPr>
        <p:spPr>
          <a:xfrm>
            <a:off x="10452100" y="3429000"/>
            <a:ext cx="1440000" cy="144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Merge</a:t>
            </a:r>
          </a:p>
        </p:txBody>
      </p:sp>
      <p:sp>
        <p:nvSpPr>
          <p:cNvPr id="17" name="Pfeil: gebogen 16">
            <a:extLst>
              <a:ext uri="{FF2B5EF4-FFF2-40B4-BE49-F238E27FC236}">
                <a16:creationId xmlns:a16="http://schemas.microsoft.com/office/drawing/2014/main" id="{703F773F-D83E-9948-88DD-A730E04E7D7D}"/>
              </a:ext>
            </a:extLst>
          </p:cNvPr>
          <p:cNvSpPr/>
          <p:nvPr/>
        </p:nvSpPr>
        <p:spPr>
          <a:xfrm flipV="1">
            <a:off x="3676412" y="2043055"/>
            <a:ext cx="2085972" cy="61441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Pfeil: gebogen 17">
            <a:extLst>
              <a:ext uri="{FF2B5EF4-FFF2-40B4-BE49-F238E27FC236}">
                <a16:creationId xmlns:a16="http://schemas.microsoft.com/office/drawing/2014/main" id="{511B4BB9-8EE9-5D03-87ED-16417074259C}"/>
              </a:ext>
            </a:extLst>
          </p:cNvPr>
          <p:cNvSpPr/>
          <p:nvPr/>
        </p:nvSpPr>
        <p:spPr>
          <a:xfrm rot="5400000">
            <a:off x="9756256" y="1809515"/>
            <a:ext cx="1040639" cy="2198330"/>
          </a:xfrm>
          <a:prstGeom prst="bentArrow">
            <a:avLst>
              <a:gd name="adj1" fmla="val 14944"/>
              <a:gd name="adj2" fmla="val 22118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0AA93EB-DCA9-971B-02B7-792FB55E4663}"/>
              </a:ext>
            </a:extLst>
          </p:cNvPr>
          <p:cNvSpPr/>
          <p:nvPr/>
        </p:nvSpPr>
        <p:spPr>
          <a:xfrm>
            <a:off x="8698247" y="2160498"/>
            <a:ext cx="285750" cy="771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86C3308-4340-3666-95C6-FDB650E81C95}"/>
              </a:ext>
            </a:extLst>
          </p:cNvPr>
          <p:cNvSpPr/>
          <p:nvPr/>
        </p:nvSpPr>
        <p:spPr>
          <a:xfrm>
            <a:off x="8261658" y="2160498"/>
            <a:ext cx="285750" cy="771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A780FB2-3E9F-FE06-3907-95DD666F8C6F}"/>
              </a:ext>
            </a:extLst>
          </p:cNvPr>
          <p:cNvSpPr/>
          <p:nvPr/>
        </p:nvSpPr>
        <p:spPr>
          <a:xfrm>
            <a:off x="7823194" y="2160497"/>
            <a:ext cx="285750" cy="771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6316B8B-A7DD-86F5-779C-05ADE114B4B8}"/>
              </a:ext>
            </a:extLst>
          </p:cNvPr>
          <p:cNvSpPr/>
          <p:nvPr/>
        </p:nvSpPr>
        <p:spPr>
          <a:xfrm>
            <a:off x="7384730" y="2160496"/>
            <a:ext cx="285750" cy="771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A4E07FD-DA99-81E0-A6C6-C440CE888147}"/>
              </a:ext>
            </a:extLst>
          </p:cNvPr>
          <p:cNvSpPr/>
          <p:nvPr/>
        </p:nvSpPr>
        <p:spPr>
          <a:xfrm>
            <a:off x="971483" y="976886"/>
            <a:ext cx="1228725" cy="6923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Graph</a:t>
            </a:r>
          </a:p>
        </p:txBody>
      </p:sp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045EAEB7-E507-C83E-2977-5F3625EACE4C}"/>
              </a:ext>
            </a:extLst>
          </p:cNvPr>
          <p:cNvSpPr/>
          <p:nvPr/>
        </p:nvSpPr>
        <p:spPr>
          <a:xfrm>
            <a:off x="2200208" y="1188499"/>
            <a:ext cx="831945" cy="2691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898AFBD-CEC2-0CD3-E1F3-7D6442B09352}"/>
              </a:ext>
            </a:extLst>
          </p:cNvPr>
          <p:cNvCxnSpPr>
            <a:cxnSpLocks/>
            <a:stCxn id="22" idx="1"/>
            <a:endCxn id="30" idx="2"/>
          </p:cNvCxnSpPr>
          <p:nvPr/>
        </p:nvCxnSpPr>
        <p:spPr>
          <a:xfrm flipH="1" flipV="1">
            <a:off x="6851931" y="1477214"/>
            <a:ext cx="532799" cy="10690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073D3CC8-E6E8-CC3F-E616-9BD7584C05C5}"/>
              </a:ext>
            </a:extLst>
          </p:cNvPr>
          <p:cNvSpPr txBox="1"/>
          <p:nvPr/>
        </p:nvSpPr>
        <p:spPr>
          <a:xfrm>
            <a:off x="5322958" y="1107882"/>
            <a:ext cx="30579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Connected Merge-Component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314FB78-4510-2FEE-EC96-C5D86508DCC1}"/>
              </a:ext>
            </a:extLst>
          </p:cNvPr>
          <p:cNvSpPr/>
          <p:nvPr/>
        </p:nvSpPr>
        <p:spPr>
          <a:xfrm>
            <a:off x="5720559" y="3429000"/>
            <a:ext cx="1440000" cy="144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</a:t>
            </a:r>
          </a:p>
          <a:p>
            <a:pPr algn="ctr"/>
            <a:r>
              <a:rPr lang="en-US" dirty="0"/>
              <a:t>Edges</a:t>
            </a:r>
          </a:p>
        </p:txBody>
      </p:sp>
      <p:sp>
        <p:nvSpPr>
          <p:cNvPr id="33" name="Pfeil: nach rechts 32">
            <a:extLst>
              <a:ext uri="{FF2B5EF4-FFF2-40B4-BE49-F238E27FC236}">
                <a16:creationId xmlns:a16="http://schemas.microsoft.com/office/drawing/2014/main" id="{78D59278-D367-773A-47C8-66BD8D90A93F}"/>
              </a:ext>
            </a:extLst>
          </p:cNvPr>
          <p:cNvSpPr/>
          <p:nvPr/>
        </p:nvSpPr>
        <p:spPr>
          <a:xfrm rot="10800000">
            <a:off x="7160559" y="3799974"/>
            <a:ext cx="3345516" cy="1384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feil: nach rechts 33">
            <a:extLst>
              <a:ext uri="{FF2B5EF4-FFF2-40B4-BE49-F238E27FC236}">
                <a16:creationId xmlns:a16="http://schemas.microsoft.com/office/drawing/2014/main" id="{EA514775-DC84-C9BC-768A-FB10F9039D2B}"/>
              </a:ext>
            </a:extLst>
          </p:cNvPr>
          <p:cNvSpPr/>
          <p:nvPr/>
        </p:nvSpPr>
        <p:spPr>
          <a:xfrm rot="10800000">
            <a:off x="7160559" y="4068134"/>
            <a:ext cx="3345516" cy="1384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feil: nach rechts 34">
            <a:extLst>
              <a:ext uri="{FF2B5EF4-FFF2-40B4-BE49-F238E27FC236}">
                <a16:creationId xmlns:a16="http://schemas.microsoft.com/office/drawing/2014/main" id="{7E321471-FC50-C7CC-A60E-C383F1815DAD}"/>
              </a:ext>
            </a:extLst>
          </p:cNvPr>
          <p:cNvSpPr/>
          <p:nvPr/>
        </p:nvSpPr>
        <p:spPr>
          <a:xfrm rot="10800000">
            <a:off x="7157692" y="4362791"/>
            <a:ext cx="3345516" cy="1384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00E9DA7-48DC-710B-C8ED-B14A307209AB}"/>
              </a:ext>
            </a:extLst>
          </p:cNvPr>
          <p:cNvSpPr/>
          <p:nvPr/>
        </p:nvSpPr>
        <p:spPr>
          <a:xfrm>
            <a:off x="9262412" y="3689786"/>
            <a:ext cx="111833" cy="27138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9BBA5E7-164A-FC74-511A-1EB253A8CE21}"/>
              </a:ext>
            </a:extLst>
          </p:cNvPr>
          <p:cNvSpPr/>
          <p:nvPr/>
        </p:nvSpPr>
        <p:spPr>
          <a:xfrm>
            <a:off x="8435249" y="3989932"/>
            <a:ext cx="111833" cy="27138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E7894CF-AF2D-1B21-AE2E-C8B634764A87}"/>
              </a:ext>
            </a:extLst>
          </p:cNvPr>
          <p:cNvSpPr/>
          <p:nvPr/>
        </p:nvSpPr>
        <p:spPr>
          <a:xfrm>
            <a:off x="9857256" y="4336293"/>
            <a:ext cx="111833" cy="27138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05B4DDE-B5D6-421E-D28F-A7384120281F}"/>
              </a:ext>
            </a:extLst>
          </p:cNvPr>
          <p:cNvCxnSpPr>
            <a:cxnSpLocks/>
            <a:stCxn id="4" idx="1"/>
            <a:endCxn id="9" idx="0"/>
          </p:cNvCxnSpPr>
          <p:nvPr/>
        </p:nvCxnSpPr>
        <p:spPr>
          <a:xfrm flipH="1">
            <a:off x="8841122" y="4471984"/>
            <a:ext cx="1016134" cy="2990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284E00C6-EE07-3920-96A7-406E50EEAD7E}"/>
              </a:ext>
            </a:extLst>
          </p:cNvPr>
          <p:cNvSpPr txBox="1"/>
          <p:nvPr/>
        </p:nvSpPr>
        <p:spPr>
          <a:xfrm>
            <a:off x="8041488" y="4771048"/>
            <a:ext cx="15992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Merged Vertex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2758210-3BB8-BC62-83F4-B1477D3C1746}"/>
              </a:ext>
            </a:extLst>
          </p:cNvPr>
          <p:cNvSpPr/>
          <p:nvPr/>
        </p:nvSpPr>
        <p:spPr>
          <a:xfrm>
            <a:off x="2523428" y="3854357"/>
            <a:ext cx="1228725" cy="6923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Contracted Graph</a:t>
            </a:r>
          </a:p>
        </p:txBody>
      </p:sp>
      <p:sp>
        <p:nvSpPr>
          <p:cNvPr id="31" name="Pfeil: nach rechts 30">
            <a:extLst>
              <a:ext uri="{FF2B5EF4-FFF2-40B4-BE49-F238E27FC236}">
                <a16:creationId xmlns:a16="http://schemas.microsoft.com/office/drawing/2014/main" id="{7CBDAE5C-56AA-18CA-26BE-933A40200BB3}"/>
              </a:ext>
            </a:extLst>
          </p:cNvPr>
          <p:cNvSpPr/>
          <p:nvPr/>
        </p:nvSpPr>
        <p:spPr>
          <a:xfrm rot="10800000">
            <a:off x="3750379" y="4029320"/>
            <a:ext cx="1970180" cy="2393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006EC5C-2EAC-EC4E-0EA4-FB1219CCDEB6}"/>
              </a:ext>
            </a:extLst>
          </p:cNvPr>
          <p:cNvSpPr txBox="1"/>
          <p:nvPr/>
        </p:nvSpPr>
        <p:spPr>
          <a:xfrm>
            <a:off x="7322819" y="1642433"/>
            <a:ext cx="1815768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Blocking Queue</a:t>
            </a:r>
          </a:p>
        </p:txBody>
      </p:sp>
      <p:cxnSp>
        <p:nvCxnSpPr>
          <p:cNvPr id="41" name="Verbinder: gewinkelt 40">
            <a:extLst>
              <a:ext uri="{FF2B5EF4-FFF2-40B4-BE49-F238E27FC236}">
                <a16:creationId xmlns:a16="http://schemas.microsoft.com/office/drawing/2014/main" id="{722E5196-29E5-8639-4F26-967A90412FBF}"/>
              </a:ext>
            </a:extLst>
          </p:cNvPr>
          <p:cNvCxnSpPr>
            <a:cxnSpLocks/>
            <a:stCxn id="14" idx="3"/>
            <a:endCxn id="32" idx="1"/>
          </p:cNvCxnSpPr>
          <p:nvPr/>
        </p:nvCxnSpPr>
        <p:spPr>
          <a:xfrm rot="16200000" flipH="1">
            <a:off x="3683384" y="1391825"/>
            <a:ext cx="1807710" cy="2688406"/>
          </a:xfrm>
          <a:prstGeom prst="bentConnector3">
            <a:avLst>
              <a:gd name="adj1" fmla="val 99856"/>
            </a:avLst>
          </a:prstGeom>
          <a:ln w="28575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E2EB95CF-CF3E-FA83-E523-217851B6EE76}"/>
              </a:ext>
            </a:extLst>
          </p:cNvPr>
          <p:cNvSpPr txBox="1"/>
          <p:nvPr/>
        </p:nvSpPr>
        <p:spPr>
          <a:xfrm>
            <a:off x="3243035" y="3372936"/>
            <a:ext cx="26161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Connectivity Information</a:t>
            </a:r>
          </a:p>
        </p:txBody>
      </p:sp>
    </p:spTree>
    <p:extLst>
      <p:ext uri="{BB962C8B-B14F-4D97-AF65-F5344CB8AC3E}">
        <p14:creationId xmlns:p14="http://schemas.microsoft.com/office/powerpoint/2010/main" val="27374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C677000-1DD4-B4C6-BA7B-4A3C2804D6E5}"/>
              </a:ext>
            </a:extLst>
          </p:cNvPr>
          <p:cNvGrpSpPr/>
          <p:nvPr/>
        </p:nvGrpSpPr>
        <p:grpSpPr>
          <a:xfrm>
            <a:off x="4543572" y="2422591"/>
            <a:ext cx="3272107" cy="1006409"/>
            <a:chOff x="2800154" y="2036707"/>
            <a:chExt cx="3272107" cy="1006409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CF69B29A-8BBC-57FB-2F6F-D0E2A3B93131}"/>
                </a:ext>
              </a:extLst>
            </p:cNvPr>
            <p:cNvCxnSpPr>
              <a:cxnSpLocks/>
            </p:cNvCxnSpPr>
            <p:nvPr/>
          </p:nvCxnSpPr>
          <p:spPr>
            <a:xfrm>
              <a:off x="2800154" y="2036707"/>
              <a:ext cx="326043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65C2092F-48DA-77EB-7743-C8EAB42537B0}"/>
                </a:ext>
              </a:extLst>
            </p:cNvPr>
            <p:cNvCxnSpPr/>
            <p:nvPr/>
          </p:nvCxnSpPr>
          <p:spPr>
            <a:xfrm>
              <a:off x="2811824" y="3043116"/>
              <a:ext cx="326043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0A6F0EF4-171A-ED01-EDA5-66D9333DA3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859" y="2036707"/>
              <a:ext cx="0" cy="10064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Ellipse 13">
            <a:extLst>
              <a:ext uri="{FF2B5EF4-FFF2-40B4-BE49-F238E27FC236}">
                <a16:creationId xmlns:a16="http://schemas.microsoft.com/office/drawing/2014/main" id="{C9303C41-1B4A-E71D-9E76-40C887CE2ED3}"/>
              </a:ext>
            </a:extLst>
          </p:cNvPr>
          <p:cNvSpPr/>
          <p:nvPr/>
        </p:nvSpPr>
        <p:spPr>
          <a:xfrm>
            <a:off x="1219788" y="2025792"/>
            <a:ext cx="1800000" cy="180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Producer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07308AA-452E-58D9-21B2-BE14061A67EF}"/>
              </a:ext>
            </a:extLst>
          </p:cNvPr>
          <p:cNvSpPr/>
          <p:nvPr/>
        </p:nvSpPr>
        <p:spPr>
          <a:xfrm>
            <a:off x="9305732" y="2034005"/>
            <a:ext cx="1800000" cy="1800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0AA93EB-DCA9-971B-02B7-792FB55E4663}"/>
              </a:ext>
            </a:extLst>
          </p:cNvPr>
          <p:cNvSpPr/>
          <p:nvPr/>
        </p:nvSpPr>
        <p:spPr>
          <a:xfrm>
            <a:off x="7336515" y="2540032"/>
            <a:ext cx="285750" cy="771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86C3308-4340-3666-95C6-FDB650E81C95}"/>
              </a:ext>
            </a:extLst>
          </p:cNvPr>
          <p:cNvSpPr/>
          <p:nvPr/>
        </p:nvSpPr>
        <p:spPr>
          <a:xfrm>
            <a:off x="6899926" y="2540032"/>
            <a:ext cx="285750" cy="771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A780FB2-3E9F-FE06-3907-95DD666F8C6F}"/>
              </a:ext>
            </a:extLst>
          </p:cNvPr>
          <p:cNvSpPr/>
          <p:nvPr/>
        </p:nvSpPr>
        <p:spPr>
          <a:xfrm>
            <a:off x="6461462" y="2540031"/>
            <a:ext cx="285750" cy="771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6316B8B-A7DD-86F5-779C-05ADE114B4B8}"/>
              </a:ext>
            </a:extLst>
          </p:cNvPr>
          <p:cNvSpPr/>
          <p:nvPr/>
        </p:nvSpPr>
        <p:spPr>
          <a:xfrm>
            <a:off x="6022998" y="2540030"/>
            <a:ext cx="285750" cy="771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006EC5C-2EAC-EC4E-0EA4-FB1219CCDEB6}"/>
              </a:ext>
            </a:extLst>
          </p:cNvPr>
          <p:cNvSpPr txBox="1"/>
          <p:nvPr/>
        </p:nvSpPr>
        <p:spPr>
          <a:xfrm>
            <a:off x="5277576" y="2034005"/>
            <a:ext cx="2013538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Blocking Queue&lt;T&gt;</a:t>
            </a: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5D7B1BC1-D807-41D9-0DF7-163B312A07C4}"/>
              </a:ext>
            </a:extLst>
          </p:cNvPr>
          <p:cNvSpPr/>
          <p:nvPr/>
        </p:nvSpPr>
        <p:spPr>
          <a:xfrm>
            <a:off x="3036555" y="2805786"/>
            <a:ext cx="2022248" cy="236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94DD46C-5242-EF66-53E0-87A86787A205}"/>
              </a:ext>
            </a:extLst>
          </p:cNvPr>
          <p:cNvSpPr/>
          <p:nvPr/>
        </p:nvSpPr>
        <p:spPr>
          <a:xfrm>
            <a:off x="7622265" y="2815594"/>
            <a:ext cx="1683467" cy="236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61BF5A8-9971-0BB7-E78F-E142B8D4B313}"/>
              </a:ext>
            </a:extLst>
          </p:cNvPr>
          <p:cNvSpPr txBox="1"/>
          <p:nvPr/>
        </p:nvSpPr>
        <p:spPr>
          <a:xfrm>
            <a:off x="3404649" y="2562398"/>
            <a:ext cx="127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void</a:t>
            </a:r>
            <a:r>
              <a:rPr lang="en-US" b="1" dirty="0"/>
              <a:t> put(T)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F341D6C-F6A5-2C24-787F-E60D2DB2BDCA}"/>
              </a:ext>
            </a:extLst>
          </p:cNvPr>
          <p:cNvSpPr txBox="1"/>
          <p:nvPr/>
        </p:nvSpPr>
        <p:spPr>
          <a:xfrm>
            <a:off x="8085279" y="2554865"/>
            <a:ext cx="90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 take()</a:t>
            </a:r>
          </a:p>
        </p:txBody>
      </p:sp>
    </p:spTree>
    <p:extLst>
      <p:ext uri="{BB962C8B-B14F-4D97-AF65-F5344CB8AC3E}">
        <p14:creationId xmlns:p14="http://schemas.microsoft.com/office/powerpoint/2010/main" val="198603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Breitbild</PresentationFormat>
  <Paragraphs>15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Lorenz Gruber</dc:creator>
  <cp:lastModifiedBy>Lorenz Gruber</cp:lastModifiedBy>
  <cp:revision>1</cp:revision>
  <dcterms:created xsi:type="dcterms:W3CDTF">2023-01-06T11:18:34Z</dcterms:created>
  <dcterms:modified xsi:type="dcterms:W3CDTF">2023-01-06T14:50:03Z</dcterms:modified>
</cp:coreProperties>
</file>